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figure for the four-condition grid. Three of the four attach somewhere -- fixed foveation (hook A), action repeat (hook B), fixed depth pruning (hook C); the fourth, original policy, is the same loop with all three off. All shapes are native PowerPoint objects and can be edited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three interventions attach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hook attaches outside the frozen weights.  The fourth condition, Original policy, is this same loop with all three off.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59152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1F29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camera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41732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7780">
            <a:solidFill>
              <a:srgbClr val="1F29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  ·  the observation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12848" y="2011680"/>
            <a:ext cx="1883664" cy="1554480"/>
          </a:xfrm>
          <a:prstGeom prst="roundRect">
            <a:avLst>
              <a:gd name="adj" fmla="val 2941"/>
            </a:avLst>
          </a:prstGeom>
          <a:solidFill>
            <a:srgbClr val="FFFBEB"/>
          </a:solidFill>
          <a:ln w="20320">
            <a:solidFill>
              <a:srgbClr val="D9770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212848" y="210312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Fixed foveation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468880"/>
            <a:ext cx="841248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2633472"/>
            <a:ext cx="329184" cy="329184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200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centre, degraded edge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920240"/>
            <a:ext cx="3063240" cy="3246120"/>
          </a:xfrm>
          <a:prstGeom prst="roundRect">
            <a:avLst>
              <a:gd name="adj" fmla="val 1194"/>
            </a:avLst>
          </a:prstGeom>
          <a:solidFill>
            <a:srgbClr val="F9FAFB"/>
          </a:solidFill>
          <a:ln w="1778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VLA backbone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2313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added modules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606040"/>
            <a:ext cx="2606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encoder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291840"/>
            <a:ext cx="2606040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33467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decoder 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64608" y="3675888"/>
            <a:ext cx="274320" cy="292608"/>
          </a:xfrm>
          <a:prstGeom prst="rect">
            <a:avLst/>
          </a:prstGeom>
          <a:solidFill>
            <a:srgbClr val="FFFFFF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3675888"/>
            <a:ext cx="274320" cy="292608"/>
          </a:xfrm>
          <a:prstGeom prst="rect">
            <a:avLst/>
          </a:prstGeom>
          <a:solidFill>
            <a:srgbClr val="FFFBEB"/>
          </a:solidFill>
          <a:ln w="17780">
            <a:solidFill>
              <a:srgbClr val="D9770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50992" y="3675888"/>
            <a:ext cx="274320" cy="292608"/>
          </a:xfrm>
          <a:prstGeom prst="rect">
            <a:avLst/>
          </a:prstGeom>
          <a:solidFill>
            <a:srgbClr val="FFFFFF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4184" y="3675888"/>
            <a:ext cx="274320" cy="292608"/>
          </a:xfrm>
          <a:prstGeom prst="rect">
            <a:avLst/>
          </a:prstGeom>
          <a:solidFill>
            <a:srgbClr val="FFFBEB"/>
          </a:solidFill>
          <a:ln w="17780">
            <a:solidFill>
              <a:srgbClr val="D9770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37376" y="3675888"/>
            <a:ext cx="274320" cy="292608"/>
          </a:xfrm>
          <a:prstGeom prst="rect">
            <a:avLst/>
          </a:prstGeom>
          <a:solidFill>
            <a:srgbClr val="FFFFFF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0568" y="3675888"/>
            <a:ext cx="274320" cy="292608"/>
          </a:xfrm>
          <a:prstGeom prst="rect">
            <a:avLst/>
          </a:prstGeom>
          <a:solidFill>
            <a:srgbClr val="FFFFFF"/>
          </a:solidFill>
          <a:ln w="1397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3566160"/>
            <a:ext cx="438912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1888" y="3566160"/>
            <a:ext cx="438912" cy="0"/>
          </a:xfrm>
          <a:prstGeom prst="line">
            <a:avLst/>
          </a:prstGeom>
          <a:noFill/>
          <a:ln w="2222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480560" y="40416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bypass the N most redundant layers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4315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4617720"/>
            <a:ext cx="260604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6B72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decoder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45552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B  ·  the action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4187952"/>
            <a:ext cx="1883664" cy="1207008"/>
          </a:xfrm>
          <a:prstGeom prst="roundRect">
            <a:avLst>
              <a:gd name="adj" fmla="val 3788"/>
            </a:avLst>
          </a:prstGeom>
          <a:solidFill>
            <a:srgbClr val="FFFBEB"/>
          </a:solidFill>
          <a:ln w="20320">
            <a:solidFill>
              <a:srgbClr val="D97706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092440" y="42793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Action repeat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84464" y="4626864"/>
            <a:ext cx="3657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6B72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14232" y="478231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961120" y="4626864"/>
            <a:ext cx="3657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72600" y="4626864"/>
            <a:ext cx="3657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36992" y="5029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it for N env steps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87000" y="4306824"/>
            <a:ext cx="141732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7780">
            <a:solidFill>
              <a:srgbClr val="1F293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env.step() on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unmodified scene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920240" y="2788920"/>
            <a:ext cx="256032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096512" y="2788920"/>
            <a:ext cx="347472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920240" y="3950208"/>
            <a:ext cx="252374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07608" y="3017520"/>
            <a:ext cx="0" cy="23774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07608" y="4343400"/>
            <a:ext cx="0" cy="23774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315200" y="4818888"/>
            <a:ext cx="740664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223760" y="4590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976104" y="4818888"/>
            <a:ext cx="27432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646920" y="4590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steps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991088" y="5276088"/>
            <a:ext cx="0" cy="576072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207008" y="5852160"/>
            <a:ext cx="978408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207008" y="5852160"/>
            <a:ext cx="0" cy="-2624328"/>
          </a:xfrm>
          <a:prstGeom prst="line">
            <a:avLst/>
          </a:prstGeom>
          <a:noFill/>
          <a:ln w="1778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5577840" y="5888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observation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2026-08-06T00:37:38Z</dcterms:created>
  <dcterms:modified xsi:type="dcterms:W3CDTF">2026-08-06T00:37:38Z</dcterms:modified>
</cp:coreProperties>
</file>